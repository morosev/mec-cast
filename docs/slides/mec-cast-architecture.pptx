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7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experimentation testbed for industrial communication over private 5G (srsRAN + Open5GS) — used to study large-payload transport, teleoperation latency, and peer-to-edge offload. Precise timing is one instrument, not the purpose.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392424" cy="118872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69164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— robot compute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984248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+ 5G modem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client publishes PointCloud2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stamps capture_ns, send_ns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98264" y="1600200"/>
            <a:ext cx="3392424" cy="118872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169164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network (lab)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07992" y="1984248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srsRAN O-CU / O-DU on USRP radios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Open5GS core, UPF / N6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impairment under test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93608" y="1600200"/>
            <a:ext cx="3392424" cy="118872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03336" y="169164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 edge 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03336" y="1984248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ingest node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stamps recv_ns, process_done_ns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the cloud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50208" y="2194560"/>
            <a:ext cx="393192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813048" y="1901952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45552" y="2194560"/>
            <a:ext cx="393192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08392" y="1901952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98264" y="2980944"/>
            <a:ext cx="3392424" cy="86868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7992" y="307238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— two sources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07992" y="3364992"/>
            <a:ext cx="3172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tap: O-DU scheduler KPIs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xApp: KPM + run-scoped RC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93608" y="2980944"/>
            <a:ext cx="3392424" cy="86868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03336" y="307238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03336" y="3364992"/>
            <a:ext cx="3172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CSV  +  2 s aggregated snapshots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023360"/>
            <a:ext cx="11183112" cy="804672"/>
          </a:xfrm>
          <a:prstGeom prst="rect">
            <a:avLst/>
          </a:prstGeom>
          <a:solidFill>
            <a:srgbClr val="2B3136"/>
          </a:solidFill>
          <a:ln w="12700">
            <a:solidFill>
              <a:srgbClr val="2B31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4114800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mec-cast-telemetry — the shared spine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" y="4407408"/>
            <a:ext cx="10963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5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64-byte TimingEnvelope · DelayStats with exact percentiles · clocks and PTP monitor · lock-free recorder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992624"/>
            <a:ext cx="111831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5084064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service — PostgreSQL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" y="5376672"/>
            <a:ext cx="10963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posts snapshots here; RUN_ID is the trace_id that joins UE, edge and RAN for one experiment.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587044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 disciplines every measuring host over the management LAN — never the 5G user plane, which carries no time sync. What makes a cross-host delay valid is that both ends trace to the SAME grandmaster, not which daemon gets them there.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— local (development)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7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docker network, no hardware. Network impairment is simulated so the pipeline can be exercised end to end on a laptop.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507742" cy="105156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691640"/>
            <a:ext cx="22882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lidar-client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984248"/>
            <a:ext cx="228828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PointCloud2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· num_points · rate_hz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94710" y="1600200"/>
            <a:ext cx="2507742" cy="105156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4438" y="1691640"/>
            <a:ext cx="22882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netem sidecar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04438" y="1984248"/>
            <a:ext cx="228828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the client netns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· jitter · loss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86500" y="1600200"/>
            <a:ext cx="2507742" cy="105156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6228" y="1691640"/>
            <a:ext cx="22882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centre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96228" y="1984248"/>
            <a:ext cx="228828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zenoh-router or dds-discovery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picks one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78290" y="1600200"/>
            <a:ext cx="2507742" cy="105156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8018" y="1691640"/>
            <a:ext cx="22882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88018" y="1984248"/>
            <a:ext cx="228828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+ processing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CSV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56382" y="2125980"/>
            <a:ext cx="292608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8172" y="2125980"/>
            <a:ext cx="292608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39962" y="2125980"/>
            <a:ext cx="292608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" y="2880360"/>
            <a:ext cx="5394960" cy="9144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297180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+ postgres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" y="3264408"/>
            <a:ext cx="5175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postgres:16 has no host port — reachable only inside the compose network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91072" y="2880360"/>
            <a:ext cx="5394960" cy="9144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97180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runs/  (bind mount)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3264408"/>
            <a:ext cx="5175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CSV lands on the host and survives docker compose down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02336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it all up: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up-local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MIDDLEWARE=dds make up-local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logs        make down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one container per terminal: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$COMPOSE up --no-deps &lt;service&gt;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91072" y="402336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compose files are always passed together so the containers share one network.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netem sidecar impairs the client's egress — modelling the 5G uplink without touching host networking.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containers as the lab; only the composition differs.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— lab testbed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7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 on four hosts. The impairment is now the real 5G uplink, and clock discipline becomes a hard requirement.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507742" cy="118872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691640"/>
            <a:ext cx="22882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984248"/>
            <a:ext cx="22882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lidar-client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5G modem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EDGE_HOST, MIDDLEWARE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94710" y="1600200"/>
            <a:ext cx="2507742" cy="118872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4438" y="1691640"/>
            <a:ext cx="22882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04438" y="1984248"/>
            <a:ext cx="22882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ran-collector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 the srsRAN O-DU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:55555 or WS :8001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86500" y="1600200"/>
            <a:ext cx="2507742" cy="118872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6228" y="1691640"/>
            <a:ext cx="22882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96228" y="1984248"/>
            <a:ext cx="22882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or DDS server + edge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 app server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UPF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78290" y="1600200"/>
            <a:ext cx="2507742" cy="118872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8018" y="1691640"/>
            <a:ext cx="22882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88018" y="1984248"/>
            <a:ext cx="22882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+ postgres + admin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RIC + E2 xApp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this first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56382" y="2194560"/>
            <a:ext cx="292608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8172" y="2194560"/>
            <a:ext cx="292608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39962" y="2194560"/>
            <a:ext cx="292608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" y="2999232"/>
            <a:ext cx="11183112" cy="777240"/>
          </a:xfrm>
          <a:prstGeom prst="rect">
            <a:avLst/>
          </a:prstGeom>
          <a:solidFill>
            <a:srgbClr val="2B3136"/>
          </a:solidFill>
          <a:ln w="12700">
            <a:solidFill>
              <a:srgbClr val="2B31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090672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 grandmaster — management / backhaul LAN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" y="3383280"/>
            <a:ext cx="109636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5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grandmaster for every measuring host; the daemon varies. srsRAN and Open5GS implement no 5G-TSN, so the user plane carries no time sync.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005072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one role to one host: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deploy/lab/deploy.sh infra ops@infra-host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order: infra → edge → gnb → ue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posts to the logging service, and the UE dials the edge's router.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91072" y="4005072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UE dials out across the UPF — no multicast discovery is possible on a cellular user plane.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mounts /dev/ptp0 so timestamps come from the disciplined hardware clock.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snapshot records ptp.reliable, so analysis can filter by clock health after the fact.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 services — logging and admin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7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first-party services on the infra host. Logging is where aggregated results land; admin is where runs are started and stopped.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22860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69164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API  (/api/v1)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984248"/>
            <a:ext cx="517550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/logs      one entry or a batch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/logs      filter by service, level, time, trace_id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/stats     counts by level and service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/health/ready   503 when the database is down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insert is one round trip regardless of size: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… SELECT FROM unnest(…)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91072" y="1600200"/>
            <a:ext cx="5394960" cy="22860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9164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log_entries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984248"/>
            <a:ext cx="517550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· level · service · host · logger · message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 JSONB, GIN indexed — all metrics live here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trace_id  = RUN_ID, joins every component of one run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 numeric mirror of level, so min_level ranks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Keyset pagination on (timestamp, id) — a walk through a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table never skips or duplicates rows.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069080"/>
            <a:ext cx="5394960" cy="13716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416052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run control plane  (:8099)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" y="4453128"/>
            <a:ext cx="51755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subscribe over WebSocket on startup and retry every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s. Runs are created, started and stopped from a page;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machine, keep-alive, and workflow diagnostics.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91072" y="4069080"/>
            <a:ext cx="5394960" cy="13716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16052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posture — both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4453128"/>
            <a:ext cx="51755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on either — bind them to the management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only. Admin can start and stop experiments, so its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is wider than the log store's.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5623560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samples do NOT go here — that firehose goes to CSV under runs/&lt;RUN_ID&gt;/. Logging holds 2-second aggregated snapshots; admin holds run manifests as files, no database, so the page still works when PostgreSQL is down.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ROS2 on the UE — client and renderer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7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nodes on the robot. Vanilla ROS2 application code; only the middleware underneath is unusual.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590038" cy="11430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691640"/>
            <a:ext cx="2370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generate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984248"/>
            <a:ext cx="237058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cloud from a seed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capture_ns stamped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7278" y="1600200"/>
            <a:ext cx="2590038" cy="11430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7006" y="1691640"/>
            <a:ext cx="2370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publish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7006" y="1984248"/>
            <a:ext cx="237058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or G-PCC coded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send_ns stamped last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1636" y="1600200"/>
            <a:ext cx="2590038" cy="11430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1364" y="1691640"/>
            <a:ext cx="2370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record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41364" y="1984248"/>
            <a:ext cx="237058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sender-side CSV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to logging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95994" y="1600200"/>
            <a:ext cx="2590038" cy="11430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05722" y="1691640"/>
            <a:ext cx="2370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render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05722" y="1984248"/>
            <a:ext cx="237058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mec_cast/result from the edge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process_done_ns stamped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20390" y="2171700"/>
            <a:ext cx="219456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84748" y="2171700"/>
            <a:ext cx="219456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49106" y="2171700"/>
            <a:ext cx="219456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" y="2880360"/>
            <a:ext cx="5394960" cy="178308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297180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vectors are a controlled variable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" y="3264408"/>
            <a:ext cx="51755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        42            reproducible contents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num_points   5000          payload size — the main sweep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rate_hz      10.0          publish rate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     lidar_scan    ten shapes: cube, sphere,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torus, helix, wireframe, swarm…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1.4x to 23.5x voxel compression,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which sets the return payload too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2880360"/>
            <a:ext cx="53309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 envelope rides in-band as a message field, because rclpy exposes no per-publish attachments on either middleware.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renderer is optional and off by default, so the one-way path stays byte-for-byte comparable with campaigns recorded before it existed.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codec=gpcc both legs travel G-PCC coded: encoding counts in the sender delay, decoding in processing (ADR-0014).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4937760"/>
            <a:ext cx="11183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stamps that bound the round trip are taken on this host: capture_ns by the client, process_done_ns by the renderer, off one CLOCK_REALTIME. That makes the renderer's e2e_ns the only end-to-end latency figure in the platform that owes nothing to PTP discipline, and an independent check on the clock offset the one-way metrics depend 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— mec_cast_edge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7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MEC application server. The first line of the callback is a timestamp; everything else follows from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11430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69164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recv_ns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984248"/>
            <a:ext cx="2386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stamped on arrival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work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66160" y="1600200"/>
            <a:ext cx="2606040" cy="11430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888" y="169164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75888" y="1984248"/>
            <a:ext cx="2386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decode, if G-PCC coded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+ voxel count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29400" y="1600200"/>
            <a:ext cx="2606040" cy="11430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69164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process_done_ns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39128" y="1984248"/>
            <a:ext cx="2386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stamped after work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92640" y="1600200"/>
            <a:ext cx="1993392" cy="11430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02368" y="16916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02368" y="1984248"/>
            <a:ext cx="17739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snapshot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optionally reply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63824" y="2171700"/>
            <a:ext cx="347472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27064" y="2171700"/>
            <a:ext cx="347472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90304" y="2171700"/>
            <a:ext cx="347472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" y="2880360"/>
            <a:ext cx="5394960" cy="18288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297180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per sample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" y="3264408"/>
            <a:ext cx="51755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     = recv_ns − send_ns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         = process_done_ns − capture_ns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  = process_done_ns − recv_ns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      = send_ns − capture_ns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Statistics: Welford mean and stddev, exact windowed percentiles.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2880360"/>
            <a:ext cx="5330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hot path never blocks: samples go into a bounded lock-free ring, and a writer thread drains it.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ring drops the sample and counts it — dropping is always preferable to perturbing the measurement.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uploader thread posts snapshots, so a stalled logging service cannot stall CSV writing.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publish_result on, the voxel cloud already computed goes back to the UE on mec_cast/result, or coded losslessly on mec_cast/result_gpcc — after record(), so the edge's own sample is never delayed for the renderer's benefit.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4983480"/>
            <a:ext cx="11183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Percentiles are exact over a sliding window, computed by sorting a copy off the hot path — not a streaming estimator. P² was rejected because its error is unbounded on multimodal distributions, and 5G latency under HARQ retransmission is exactly that.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 — Zenoh or Fast DDS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7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at deployment, the same on every host. The application stays vanilla ROS2; only the RMW swaps.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108960" cy="109728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69164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nodes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984248"/>
            <a:ext cx="2889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 OUT to the edge host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069080" y="1600200"/>
            <a:ext cx="3931920" cy="109728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78808" y="169164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on the edge host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78808" y="1984248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Zenoh router, or Fast DDS Discovery Server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unicast only — no multicast anywhere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58200" y="1600200"/>
            <a:ext cx="3227832" cy="109728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67928" y="169164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67928" y="1984248"/>
            <a:ext cx="3008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subscribes; same topics, same QoS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66744" y="2148840"/>
            <a:ext cx="347472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55864" y="2148840"/>
            <a:ext cx="347472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" y="2926080"/>
            <a:ext cx="3566160" cy="214884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01752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 on a 5G link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" y="3310128"/>
            <a:ext cx="3346704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across the UPF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path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 at the UPF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on the 5G link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2926080"/>
            <a:ext cx="3566160" cy="214884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7408" y="301752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Zenoh — MIDDLEWARE=zenoh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07408" y="3310128"/>
            <a:ext cx="3346704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:7448 (default) · quic :7449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of the router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relays every sample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traversed: the UE dials out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dials one address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92440" y="2926080"/>
            <a:ext cx="3593592" cy="214884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02168" y="3017520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DDS — MIDDLEWARE=dds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02168" y="3310128"/>
            <a:ext cx="337413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(default) · tcp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Server :11811, never SPDP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to peer RTPS, udp 7400+ or tcp :7410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needs a routable UE; tcp dials out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DDS_INTERFACES pins the interfaces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5257800"/>
            <a:ext cx="11183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knob per deployment (ADR-0013). The image's entrypoint configures the RMW; the nodes never name one. Each node reports what it runs, the admin shows it per zone and flags a mix, and run.json records it — so Zenoh versus DDS over 5G is a recorded factor of every run, not a rebuild.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B — WebRTC through a relay on the edge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7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for teleoperation, from a sender on one UE to a receiver on another, measured where the 5G legs meet (ADR-0015).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108960" cy="118872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69164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— 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984248"/>
            <a:ext cx="2889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app + C++ addon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or camera video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WHIP, over the 5G uplink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069080" y="1600200"/>
            <a:ext cx="3931920" cy="1188720"/>
          </a:xfrm>
          <a:prstGeom prst="rect">
            <a:avLst/>
          </a:prstGeom>
          <a:solidFill>
            <a:srgbClr val="2B3136"/>
          </a:solidFill>
          <a:ln w="12700">
            <a:solidFill>
              <a:srgbClr val="2B31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78808" y="169164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on the MEC edge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78808" y="1984248"/>
            <a:ext cx="3712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str0m, unmodified: RTP mode, ICE-lite, one UDP port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without decoding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58200" y="1600200"/>
            <a:ext cx="3227832" cy="118872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67928" y="169164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— 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67928" y="1984248"/>
            <a:ext cx="3008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client, role recv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or headless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WHEP, over the 5G downlink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66744" y="2194560"/>
            <a:ext cx="347472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55864" y="2194560"/>
            <a:ext cx="347472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" y="2999232"/>
            <a:ext cx="5394960" cy="178308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090672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patched libwebrtc, prebuilt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" y="3383280"/>
            <a:ext cx="51755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fork stamps every packet with a 16-byte RTP header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extension, capture_ns and send_ns, and makes every frame a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frame. Its release workflow builds linux-x64 and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macos-arm64; make fetch-libwebrtc downloads the pinned one.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91072" y="2999232"/>
            <a:ext cx="5394960" cy="178308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090672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relay stays out of the measurement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383280"/>
            <a:ext cx="51755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the sender's extension back unchanged, so the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measures as it would with no relay, and passes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keyframe requests back to the sender. Clients dial out to it;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forwards a frame in tens of microseconds.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983480"/>
            <a:ext cx="11183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no arm64 Linux clients (Chromium ships no clang for that host), no camera on macOS yet, and the relay advertises one address, RELAY_PUBLIC_IP. Peer-to-peer calls through the signaling server stay, as the baseline a relayed call is compared with.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B — three measuring points per frame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7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on the frame's RTP timestamp, so one video frame splits into its uplink, forwarding, downlink and playout.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108960" cy="13716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69164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984248"/>
            <a:ext cx="28895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capture_ns, send_ns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RTP extension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stats: bitrate, estimate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069080" y="1600200"/>
            <a:ext cx="3931920" cy="1371600"/>
          </a:xfrm>
          <a:prstGeom prst="rect">
            <a:avLst/>
          </a:prstGeom>
          <a:solidFill>
            <a:srgbClr val="2B3136"/>
          </a:solidFill>
          <a:ln w="12700">
            <a:solidFill>
              <a:srgbClr val="2B31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78808" y="169164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— site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78808" y="1984248"/>
            <a:ext cx="37124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network_ns: the uplink alone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processing_ns: its forwarding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jitter, loss and RTT of both legs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58200" y="1600200"/>
            <a:ext cx="3227832" cy="13716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67928" y="169164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— site 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67928" y="1984248"/>
            <a:ext cx="30083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e2e_ns: glass-to-glass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buffer, decode, render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freezes, NACKs, PLIs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66744" y="2286000"/>
            <a:ext cx="347472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55864" y="2286000"/>
            <a:ext cx="347472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02920" y="3182112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frame: the platform's CSV schema, at the relay and the receiver.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stream, every second: WebRTC's own statistics in webrtc.csv at all three, and in the logging service.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tools/media_join.py splits each frame into its legs and attaches the streams' state.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91072" y="3182112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admin, a run with profile media recruits the relay, a sender and a receiver; the RAN sources join too.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run's params set the stream and the video's size and rate.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run.json records the stream, the video and the libwebrtc release.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754880"/>
            <a:ext cx="11183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cross-host figure needs PTP on both hosts. WebRTC's clock is not CLOCK_MONOTONIC on macOS, so the fork converts against WebRTC's own clock; a Mac rarely has PTP, the lab's Linux hosts and edge do.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 — two sources and run-scoped control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7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 tap for depth, an E2 xApp for the standard path and for control — one data model, so analysis never asks which produced a row.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471672" cy="1481328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691640"/>
            <a:ext cx="325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tap — ran-collector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984248"/>
            <a:ext cx="3252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srsRAN metrics: UDP (≤ 24.x) or WebSocket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per-UE MCS, HARQ, BSR, SNR, scheduler delays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ran/kpi.csv + raw reports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58640" y="1600200"/>
            <a:ext cx="3471672" cy="1481328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8368" y="1691640"/>
            <a:ext cx="325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 data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68368" y="1984248"/>
            <a:ext cx="3252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names and units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+ Python normalisers, one vector file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tools/ran_join.py: per-frame join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14360" y="1600200"/>
            <a:ext cx="3471672" cy="1481328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4088" y="1691640"/>
            <a:ext cx="325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xApp — O-SC near-RT RIC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4088" y="1984248"/>
            <a:ext cx="3252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E2SM-KPM: six DRB metrics, ≥ 1 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over an E2Port adapter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ran-kpm/kpi.csv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20312" y="2340864"/>
            <a:ext cx="292608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68640" y="2340864"/>
            <a:ext cx="-292608" cy="0"/>
          </a:xfrm>
          <a:prstGeom prst="line">
            <a:avLst/>
          </a:prstGeom>
          <a:noFill/>
          <a:ln w="15875">
            <a:solidFill>
              <a:srgbClr val="444C5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" y="3310128"/>
            <a:ext cx="11183112" cy="841248"/>
          </a:xfrm>
          <a:prstGeom prst="rect">
            <a:avLst/>
          </a:prstGeom>
          <a:solidFill>
            <a:srgbClr val="2B3136"/>
          </a:solidFill>
          <a:ln w="12700">
            <a:solidFill>
              <a:srgbClr val="2B31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401568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Run-scoped RC control — E2SM-RC slice PRB quota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" y="3694176"/>
            <a:ext cx="10963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5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ran_policy belongs to a run: every action recorded in control.csv, reverted on stop, failure, replacement, admin loss and after a crash.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334256"/>
            <a:ext cx="5394960" cy="11430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4425696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" y="4718304"/>
            <a:ext cx="5175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sources measure UE throughput; the admin flags a gap.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25 % cap read 0.252 in KPM, 0.250 in the JSON tap.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91072" y="4334256"/>
            <a:ext cx="5394960" cy="114300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425696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verified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4718304"/>
            <a:ext cx="5175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srsRAN E2 agent and on the lab gNB.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marked verify in ran/schema/metrics.md.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565099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ADR-0010 keeps both sources; ADR-0011 sets the control rules. Tested end to end against gnb-sim, without a radio.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and future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7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experimentation testbed for industrial communication over private 5G is for.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538728" cy="187452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66420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robotics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956816"/>
            <a:ext cx="331927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fleets on private 5G instead of cabling or Wi-Fi.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Offloading perception to a MEC server lets robots carry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compute — but only if the latency budget is known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hoped for.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5112" y="1572768"/>
            <a:ext cx="3538728" cy="187452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66420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Teleoperation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34840" y="1956816"/>
            <a:ext cx="331927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driving, cranes, mining, inspection. The operator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defensible glass-to-glass figure and its tail —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p99 that occasionally doubles is a safety property,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statistic.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7304" y="1572768"/>
            <a:ext cx="3538728" cy="187452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7032" y="166420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to vehicle / V2X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57032" y="1956816"/>
            <a:ext cx="331927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perception: vehicles sharing point clouds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an edge server. Sensor sharing is only useful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data arrives inside the reaction window, which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exactly what this measures.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584448"/>
            <a:ext cx="3538728" cy="187452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367588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latency-critical uses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" y="3968496"/>
            <a:ext cx="331927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motion control and AGV coordination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swarms and remote inspection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VR assistance on the factory floor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Haptics and force feedback, where budgets are tightest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25112" y="3584448"/>
            <a:ext cx="3538728" cy="1874520"/>
          </a:xfrm>
          <a:prstGeom prst="rect">
            <a:avLst/>
          </a:prstGeom>
          <a:solidFill>
            <a:srgbClr val="F1F2F3"/>
          </a:solidFill>
          <a:ln w="12700">
            <a:solidFill>
              <a:srgbClr val="B9BD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367588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platform 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34840" y="3968496"/>
            <a:ext cx="331927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Campaign: G-PCC at 1 mm and 1 cm over 5G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versus payload-size sweeps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Campaign: Zenoh versus Fast DDS over 5G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LiDAR replacing the synthetic source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47304" y="3584448"/>
            <a:ext cx="3538728" cy="1874520"/>
          </a:xfrm>
          <a:prstGeom prst="rect">
            <a:avLst/>
          </a:prstGeom>
          <a:solidFill>
            <a:srgbClr val="2B3136"/>
          </a:solidFill>
          <a:ln w="12700">
            <a:solidFill>
              <a:srgbClr val="2B31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7032" y="367588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directions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57032" y="3968496"/>
            <a:ext cx="331927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5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PRB reservation for the LiDAR UE, via run-scoped RC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5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loop: PRBs adjusted from application p99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5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slicing per application class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5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Correlating MAC-layer events with application tails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5577840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thread: each of these needs a number someone is willing to defend. Reproducibility artifacts — run identifiers, per-frame CSV and recorded clock health — are what turn a demonstration into evidence.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mec-cast platform architecture</dc:title>
  <dc:subject>PptxGenJS Presentation</dc:subject>
  <dc:creator>mec-cast</dc:creator>
  <cp:lastModifiedBy>mec-cast</cp:lastModifiedBy>
  <cp:revision>1</cp:revision>
  <dcterms:created xsi:type="dcterms:W3CDTF">2026-10-28T17:57:16Z</dcterms:created>
  <dcterms:modified xsi:type="dcterms:W3CDTF">2026-10-28T17:57:16Z</dcterms:modified>
</cp:coreProperties>
</file>